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69A93C11-BB9B-483D-A4E4-0AA5FBE0A4E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86701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44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1023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72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221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5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02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92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8228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14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34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E573FC9-E6FD-4B7A-AFA3-3792AA251220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774EB42-6620-48F3-A127-92E26D6D98E1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43094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E9F09A52-E006-E82E-4DA4-007550835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Afritalent</a:t>
            </a:r>
            <a:br>
              <a:rPr lang="fr-FR" dirty="0"/>
            </a:br>
            <a:endParaRPr lang="fr-FR" dirty="0"/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BDA0ECAB-C25D-B6A2-125B-D082B475A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7959" y="3672368"/>
            <a:ext cx="7221332" cy="1972063"/>
          </a:xfrm>
        </p:spPr>
        <p:txBody>
          <a:bodyPr>
            <a:normAutofit lnSpcReduction="10000"/>
          </a:bodyPr>
          <a:lstStyle/>
          <a:p>
            <a:r>
              <a:rPr lang="fr-FR" dirty="0"/>
              <a:t>Plateforme de mise en relation Freelances Tech &amp; Entreprises                            </a:t>
            </a:r>
          </a:p>
          <a:p>
            <a:r>
              <a:rPr lang="fr-FR" dirty="0"/>
              <a:t>Présenté par: FAYE EL HADJI OUSSEYNOU    Classe:L1IAGE</a:t>
            </a:r>
          </a:p>
          <a:p>
            <a:r>
              <a:rPr lang="fr-FR" dirty="0"/>
              <a:t>Enseignant :M. Robert DIASSÉ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67E0C63-3064-4FA9-B5CA-E2252B254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227" y="1614488"/>
            <a:ext cx="1873464" cy="205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45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473F5B-8CAA-3DC3-A3F8-DDC2519B8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Contexte &amp; objectifs</a:t>
            </a:r>
          </a:p>
          <a:p>
            <a:r>
              <a:rPr lang="fr-FR" dirty="0"/>
              <a:t>Charte Graphique &amp; Design UX</a:t>
            </a:r>
          </a:p>
          <a:p>
            <a:r>
              <a:rPr lang="fr-FR" dirty="0"/>
              <a:t>Architecture du Projet</a:t>
            </a:r>
          </a:p>
          <a:p>
            <a:r>
              <a:rPr lang="fr-FR" dirty="0"/>
              <a:t>Workflow Git &amp; </a:t>
            </a:r>
            <a:r>
              <a:rPr lang="fr-FR" dirty="0" err="1"/>
              <a:t>Commits</a:t>
            </a:r>
            <a:endParaRPr lang="fr-FR" dirty="0"/>
          </a:p>
          <a:p>
            <a:r>
              <a:rPr lang="fr-FR" dirty="0"/>
              <a:t>Démonstration Technique Live</a:t>
            </a:r>
          </a:p>
          <a:p>
            <a:r>
              <a:rPr lang="fr-FR" dirty="0"/>
              <a:t>Analyse des Choix JavaScript</a:t>
            </a:r>
          </a:p>
          <a:p>
            <a:r>
              <a:rPr lang="fr-FR" dirty="0"/>
              <a:t>Bilan &amp; Perspectives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9E8C6A11-261C-BE9C-D2F8-FC5C0A4D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de la </a:t>
            </a:r>
            <a:r>
              <a:rPr lang="fr-FR" dirty="0" err="1"/>
              <a:t>presentation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7616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A147A-A3E7-67B2-05C4-ABF55EF2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4013" cy="1114425"/>
          </a:xfrm>
        </p:spPr>
        <p:txBody>
          <a:bodyPr>
            <a:normAutofit fontScale="90000"/>
          </a:bodyPr>
          <a:lstStyle/>
          <a:p>
            <a:r>
              <a:rPr lang="fr-FR" dirty="0"/>
              <a:t>Pourquoi </a:t>
            </a:r>
            <a:r>
              <a:rPr lang="fr-FR" dirty="0" err="1"/>
              <a:t>AfriTalent</a:t>
            </a:r>
            <a:r>
              <a:rPr lang="fr-FR" dirty="0"/>
              <a:t> ?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4EA335-828D-1AD9-0785-FBAACC131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Répondre à l'explosion du marché du freelance tech en Afrique</a:t>
            </a:r>
          </a:p>
          <a:p>
            <a:r>
              <a:rPr lang="fr-FR" b="1" dirty="0"/>
              <a:t>Problématique :</a:t>
            </a:r>
            <a:r>
              <a:rPr lang="fr-FR" dirty="0"/>
              <a:t> Manque de visibilité des talents africains.</a:t>
            </a:r>
          </a:p>
          <a:p>
            <a:r>
              <a:rPr lang="fr-FR" b="1" dirty="0"/>
              <a:t>Solution :</a:t>
            </a:r>
            <a:r>
              <a:rPr lang="fr-FR" dirty="0"/>
              <a:t> Centraliser l'offre (freelances) et la demande (recruteurs).</a:t>
            </a:r>
          </a:p>
          <a:p>
            <a:r>
              <a:rPr lang="fr-FR" b="1" dirty="0"/>
              <a:t>Objectif :</a:t>
            </a:r>
            <a:r>
              <a:rPr lang="fr-FR" dirty="0"/>
              <a:t> Créer un site vitrine moderne, fluide et 100 % accessible.</a:t>
            </a:r>
          </a:p>
        </p:txBody>
      </p:sp>
    </p:spTree>
    <p:extLst>
      <p:ext uri="{BB962C8B-B14F-4D97-AF65-F5344CB8AC3E}">
        <p14:creationId xmlns:p14="http://schemas.microsoft.com/office/powerpoint/2010/main" val="923795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3643FB-29BC-FA95-236B-F1BD8D12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Identité Visuelle &amp; </a:t>
            </a:r>
            <a:r>
              <a:rPr lang="fr-FR" dirty="0" err="1"/>
              <a:t>CouleurS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9DCE83-08B7-0532-1BBB-57AE61B8B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Une palette moderne et représentative (Max 5 couleurs)</a:t>
            </a:r>
          </a:p>
          <a:p>
            <a:r>
              <a:rPr lang="fr-FR" b="1" dirty="0"/>
              <a:t>Couleur principale :</a:t>
            </a:r>
            <a:r>
              <a:rPr lang="fr-FR" dirty="0"/>
              <a:t> [Ex: Vert Émeraude #059669] (Dynamisme &amp; Tech)</a:t>
            </a:r>
          </a:p>
          <a:p>
            <a:r>
              <a:rPr lang="fr-FR" b="1" dirty="0"/>
              <a:t>Couleur secondaire :</a:t>
            </a:r>
            <a:r>
              <a:rPr lang="fr-FR" dirty="0"/>
              <a:t> [Ex: Orange #F97316] (Créativité)</a:t>
            </a:r>
          </a:p>
          <a:p>
            <a:r>
              <a:rPr lang="fr-FR" b="1" dirty="0"/>
              <a:t>Fonds &amp; Textes :</a:t>
            </a:r>
            <a:r>
              <a:rPr lang="fr-FR" dirty="0"/>
              <a:t> [Ex: Ardoise #0F172A] (Optimisé pour le </a:t>
            </a:r>
            <a:r>
              <a:rPr lang="fr-FR" dirty="0" err="1"/>
              <a:t>Dark</a:t>
            </a:r>
            <a:r>
              <a:rPr lang="fr-FR" dirty="0"/>
              <a:t> Mode)</a:t>
            </a:r>
          </a:p>
        </p:txBody>
      </p:sp>
    </p:spTree>
    <p:extLst>
      <p:ext uri="{BB962C8B-B14F-4D97-AF65-F5344CB8AC3E}">
        <p14:creationId xmlns:p14="http://schemas.microsoft.com/office/powerpoint/2010/main" val="412957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23424-962B-7012-E2F6-B36CA5317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&amp; Ergonomie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9F0DDD-58B1-1107-D7DA-D5DE88DAA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Intégration des tendances web actuelles</a:t>
            </a:r>
          </a:p>
          <a:p>
            <a:r>
              <a:rPr lang="fr-FR" b="1" dirty="0"/>
              <a:t>Polices (Google Fonts) :</a:t>
            </a:r>
            <a:r>
              <a:rPr lang="fr-FR" dirty="0"/>
              <a:t> [Ex: </a:t>
            </a:r>
            <a:r>
              <a:rPr lang="fr-FR" dirty="0" err="1"/>
              <a:t>Space</a:t>
            </a:r>
            <a:r>
              <a:rPr lang="fr-FR" dirty="0"/>
              <a:t> </a:t>
            </a:r>
            <a:r>
              <a:rPr lang="fr-FR" dirty="0" err="1"/>
              <a:t>Grotesk</a:t>
            </a:r>
            <a:r>
              <a:rPr lang="fr-FR" dirty="0"/>
              <a:t>] (Titres) &amp; [Ex: Inter] (Corps).</a:t>
            </a:r>
          </a:p>
          <a:p>
            <a:r>
              <a:rPr lang="en-US" b="1" dirty="0"/>
              <a:t>Layout :</a:t>
            </a:r>
            <a:r>
              <a:rPr lang="en-US" dirty="0"/>
              <a:t> Architecture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Bento Grid</a:t>
            </a:r>
            <a:r>
              <a:rPr lang="en-US" dirty="0"/>
              <a:t> (CSS Grid </a:t>
            </a:r>
            <a:r>
              <a:rPr lang="en-US" dirty="0" err="1"/>
              <a:t>asymétrique</a:t>
            </a:r>
            <a:r>
              <a:rPr lang="en-US" dirty="0"/>
              <a:t>).</a:t>
            </a:r>
          </a:p>
          <a:p>
            <a:r>
              <a:rPr lang="fr-FR" b="1" dirty="0"/>
              <a:t>Expérience :</a:t>
            </a:r>
            <a:r>
              <a:rPr lang="fr-FR" dirty="0"/>
              <a:t> Transitions fluides et effets de survol (</a:t>
            </a:r>
            <a:r>
              <a:rPr lang="fr-FR" dirty="0" err="1"/>
              <a:t>hover</a:t>
            </a:r>
            <a:r>
              <a:rPr lang="fr-FR" dirty="0"/>
              <a:t> avancés).</a:t>
            </a:r>
          </a:p>
        </p:txBody>
      </p:sp>
    </p:spTree>
    <p:extLst>
      <p:ext uri="{BB962C8B-B14F-4D97-AF65-F5344CB8AC3E}">
        <p14:creationId xmlns:p14="http://schemas.microsoft.com/office/powerpoint/2010/main" val="411146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0A19A1-3D17-CC34-7736-88FA9A5B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des 5 Pages Obligatoires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083863-E5FE-3B93-BA49-4CEBA65D1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Une navigation fluide et cohérente</a:t>
            </a:r>
          </a:p>
          <a:p>
            <a:r>
              <a:rPr lang="fr-FR" dirty="0"/>
              <a:t>index.html : Accueil &amp; Statistiques animées</a:t>
            </a:r>
          </a:p>
          <a:p>
            <a:r>
              <a:rPr lang="fr-FR" dirty="0"/>
              <a:t>freelances.html : Catalogue de 9 profils tech</a:t>
            </a:r>
          </a:p>
          <a:p>
            <a:r>
              <a:rPr lang="fr-FR" dirty="0"/>
              <a:t>tarifs.html : Formules d'abonnement &amp; FAQ </a:t>
            </a:r>
            <a:r>
              <a:rPr lang="fr-FR" dirty="0" err="1"/>
              <a:t>Accordion</a:t>
            </a:r>
            <a:endParaRPr lang="fr-FR" dirty="0"/>
          </a:p>
          <a:p>
            <a:r>
              <a:rPr lang="fr-FR" dirty="0"/>
              <a:t>about.html : Histoire, Valeurs &amp; Équipe (4 membres)</a:t>
            </a:r>
          </a:p>
          <a:p>
            <a:r>
              <a:rPr lang="fr-FR" dirty="0"/>
              <a:t>contact.html : Formulaire sécurisé &amp; Carte Google </a:t>
            </a:r>
            <a:r>
              <a:rPr lang="fr-FR" dirty="0" err="1"/>
              <a:t>Maps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777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7000AB-310A-04FB-C25B-76C586A2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Arborescence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4983A2-71FC-AE29-01BB-06401CB21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Rigueur et séparation des technologies</a:t>
            </a:r>
            <a:endParaRPr lang="fr-FR" sz="2800" b="1" dirty="0">
              <a:latin typeface="Arial Black" panose="020B0A04020102020204" pitchFamily="34" charset="0"/>
            </a:endParaRPr>
          </a:p>
          <a:p>
            <a:r>
              <a:rPr lang="fr-FR" b="1" dirty="0"/>
              <a:t>Racine :</a:t>
            </a:r>
            <a:r>
              <a:rPr lang="fr-FR" dirty="0"/>
              <a:t> Pages HTML + Fichier .</a:t>
            </a:r>
            <a:r>
              <a:rPr lang="fr-FR" dirty="0" err="1"/>
              <a:t>gitignore</a:t>
            </a:r>
            <a:r>
              <a:rPr lang="fr-FR" dirty="0"/>
              <a:t> + Fichier README.md</a:t>
            </a:r>
          </a:p>
          <a:p>
            <a:r>
              <a:rPr lang="fr-FR" b="1" dirty="0"/>
              <a:t>Dossier /</a:t>
            </a:r>
            <a:r>
              <a:rPr lang="fr-FR" b="1" dirty="0" err="1"/>
              <a:t>css</a:t>
            </a:r>
            <a:r>
              <a:rPr lang="fr-FR" b="1" dirty="0"/>
              <a:t> :</a:t>
            </a:r>
            <a:r>
              <a:rPr lang="fr-FR" dirty="0"/>
              <a:t> Feuille de style unique style.css</a:t>
            </a:r>
          </a:p>
          <a:p>
            <a:r>
              <a:rPr lang="fr-FR" b="1" dirty="0"/>
              <a:t>Dossier /</a:t>
            </a:r>
            <a:r>
              <a:rPr lang="fr-FR" b="1" dirty="0" err="1"/>
              <a:t>js</a:t>
            </a:r>
            <a:r>
              <a:rPr lang="fr-FR" b="1" dirty="0"/>
              <a:t> :</a:t>
            </a:r>
            <a:r>
              <a:rPr lang="fr-FR" dirty="0"/>
              <a:t> Script logique unique main.js</a:t>
            </a:r>
          </a:p>
          <a:p>
            <a:r>
              <a:rPr lang="fr-FR" b="1" dirty="0"/>
              <a:t>Dossier /docs :</a:t>
            </a:r>
            <a:r>
              <a:rPr lang="fr-FR" dirty="0"/>
              <a:t> Emplacement de ce PowerPoint Presentation.pptx</a:t>
            </a:r>
          </a:p>
        </p:txBody>
      </p:sp>
    </p:spTree>
    <p:extLst>
      <p:ext uri="{BB962C8B-B14F-4D97-AF65-F5344CB8AC3E}">
        <p14:creationId xmlns:p14="http://schemas.microsoft.com/office/powerpoint/2010/main" val="238283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58B43-1ACE-9AF2-DA87-BAFB8CB35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Intégration de l'Interface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9AD742-05AD-2925-8FA8-64DCC53A5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Robustesse et flexibilité du code</a:t>
            </a:r>
          </a:p>
          <a:p>
            <a:r>
              <a:rPr lang="fr-FR" b="1" dirty="0"/>
              <a:t>Sémantique :</a:t>
            </a:r>
            <a:r>
              <a:rPr lang="fr-FR" dirty="0"/>
              <a:t> Utilisation stricte des balises structurelles (&lt;main&gt;, &lt;section&gt;).</a:t>
            </a:r>
          </a:p>
          <a:p>
            <a:r>
              <a:rPr lang="fr-FR" b="1" dirty="0"/>
              <a:t>Flexibilité :</a:t>
            </a:r>
            <a:r>
              <a:rPr lang="fr-FR" dirty="0"/>
              <a:t> Définition de variables globales (:root) pour la maintenance.</a:t>
            </a:r>
          </a:p>
          <a:p>
            <a:r>
              <a:rPr lang="fr-FR" b="1" dirty="0"/>
              <a:t>Framework :</a:t>
            </a:r>
            <a:r>
              <a:rPr lang="fr-FR" dirty="0"/>
              <a:t> Système de grille responsive </a:t>
            </a:r>
            <a:r>
              <a:rPr lang="fr-FR" b="1" dirty="0"/>
              <a:t>Bootstrap 5</a:t>
            </a:r>
            <a:r>
              <a:rPr lang="fr-FR" dirty="0"/>
              <a:t> (Mobile-first).</a:t>
            </a:r>
          </a:p>
        </p:txBody>
      </p:sp>
    </p:spTree>
    <p:extLst>
      <p:ext uri="{BB962C8B-B14F-4D97-AF65-F5344CB8AC3E}">
        <p14:creationId xmlns:p14="http://schemas.microsoft.com/office/powerpoint/2010/main" val="140809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C11FDC-0FF7-265D-0038-F6EFE4EDA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des Fonctionnalités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AAC50F-4DF5-66D1-11F5-39D12367F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Une interactivité dynamique sans </a:t>
            </a:r>
            <a:r>
              <a:rPr lang="fr-FR" sz="2800" dirty="0" err="1">
                <a:latin typeface="Arial Black" panose="020B0A04020102020204" pitchFamily="34" charset="0"/>
              </a:rPr>
              <a:t>frameworks</a:t>
            </a:r>
            <a:r>
              <a:rPr lang="fr-FR" sz="2800" dirty="0">
                <a:latin typeface="Arial Black" panose="020B0A04020102020204" pitchFamily="34" charset="0"/>
              </a:rPr>
              <a:t> externes</a:t>
            </a:r>
          </a:p>
          <a:p>
            <a:r>
              <a:rPr lang="fr-FR" b="1" dirty="0"/>
              <a:t>Performance :</a:t>
            </a:r>
            <a:r>
              <a:rPr lang="fr-FR" dirty="0"/>
              <a:t> Zéro jQuery, utilisation du DOM natif.</a:t>
            </a:r>
          </a:p>
          <a:p>
            <a:r>
              <a:rPr lang="fr-FR" b="1" dirty="0"/>
              <a:t>API Moderne :</a:t>
            </a:r>
            <a:r>
              <a:rPr lang="fr-FR" dirty="0"/>
              <a:t> Écouteurs d'événements (</a:t>
            </a:r>
            <a:r>
              <a:rPr lang="fr-FR" dirty="0" err="1"/>
              <a:t>addEventListener</a:t>
            </a:r>
            <a:r>
              <a:rPr lang="fr-FR" dirty="0"/>
              <a:t>).</a:t>
            </a:r>
          </a:p>
          <a:p>
            <a:r>
              <a:rPr lang="fr-FR" b="1" dirty="0"/>
              <a:t>Visuels :</a:t>
            </a:r>
            <a:r>
              <a:rPr lang="fr-FR" dirty="0"/>
              <a:t> Automatisation des animations d'affichage et de défilement.</a:t>
            </a:r>
          </a:p>
        </p:txBody>
      </p:sp>
    </p:spTree>
    <p:extLst>
      <p:ext uri="{BB962C8B-B14F-4D97-AF65-F5344CB8AC3E}">
        <p14:creationId xmlns:p14="http://schemas.microsoft.com/office/powerpoint/2010/main" val="326199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0A43B0-C34D-F9A1-9691-5A89D487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 &amp; Versioning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C0EC12-77DB-FCD1-AF38-551598CA1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Suivi régulier et déploiement en ligne</a:t>
            </a:r>
          </a:p>
          <a:p>
            <a:r>
              <a:rPr lang="fr-FR" b="1" dirty="0"/>
              <a:t>Rigueur :</a:t>
            </a:r>
            <a:r>
              <a:rPr lang="fr-FR" dirty="0"/>
              <a:t> Respect strict du planning imposé de </a:t>
            </a:r>
            <a:r>
              <a:rPr lang="fr-FR" b="1" dirty="0"/>
              <a:t>10 </a:t>
            </a:r>
            <a:r>
              <a:rPr lang="fr-FR" b="1" dirty="0" err="1"/>
              <a:t>commits</a:t>
            </a:r>
            <a:r>
              <a:rPr lang="fr-FR" dirty="0"/>
              <a:t>.</a:t>
            </a:r>
          </a:p>
          <a:p>
            <a:r>
              <a:rPr lang="fr-FR" b="1" dirty="0"/>
              <a:t>Traçabilité :</a:t>
            </a:r>
            <a:r>
              <a:rPr lang="fr-FR" dirty="0"/>
              <a:t> Messages de </a:t>
            </a:r>
            <a:r>
              <a:rPr lang="fr-FR" dirty="0" err="1"/>
              <a:t>commits</a:t>
            </a:r>
            <a:r>
              <a:rPr lang="fr-FR" dirty="0"/>
              <a:t> explicites et horodatés.</a:t>
            </a:r>
          </a:p>
          <a:p>
            <a:r>
              <a:rPr lang="fr-FR" b="1" dirty="0"/>
              <a:t>Production :</a:t>
            </a:r>
            <a:r>
              <a:rPr lang="fr-FR" dirty="0"/>
              <a:t> Hébergement et déploiement via </a:t>
            </a:r>
            <a:r>
              <a:rPr lang="fr-FR" b="1" dirty="0"/>
              <a:t>GitHub Pages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835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D6497F-C234-A929-7BD8-9BF9644E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Difficultés Techniques &amp; Résolutions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A917D7-FB45-1308-4E2F-53FB92BF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Surmonter les contraintes de développement</a:t>
            </a:r>
          </a:p>
          <a:p>
            <a:r>
              <a:rPr lang="fr-FR" b="1" dirty="0"/>
              <a:t>Persistance :</a:t>
            </a:r>
            <a:r>
              <a:rPr lang="fr-FR" dirty="0"/>
              <a:t> Sauvegarde du choix du thème (</a:t>
            </a:r>
            <a:r>
              <a:rPr lang="fr-FR" b="1" dirty="0" err="1"/>
              <a:t>Dark</a:t>
            </a:r>
            <a:r>
              <a:rPr lang="fr-FR" b="1" dirty="0"/>
              <a:t> Mode</a:t>
            </a:r>
            <a:r>
              <a:rPr lang="fr-FR" dirty="0"/>
              <a:t>) via </a:t>
            </a:r>
            <a:r>
              <a:rPr lang="fr-FR" dirty="0" err="1"/>
              <a:t>localStorage</a:t>
            </a:r>
            <a:r>
              <a:rPr lang="fr-FR" dirty="0"/>
              <a:t>.</a:t>
            </a:r>
          </a:p>
          <a:p>
            <a:r>
              <a:rPr lang="fr-FR" b="1" dirty="0"/>
              <a:t>Optimisation :</a:t>
            </a:r>
            <a:r>
              <a:rPr lang="fr-FR" dirty="0"/>
              <a:t> Compteurs fluides via l'API </a:t>
            </a:r>
            <a:r>
              <a:rPr lang="fr-FR" dirty="0" err="1"/>
              <a:t>IntersectionObserver</a:t>
            </a:r>
            <a:r>
              <a:rPr lang="fr-FR" dirty="0"/>
              <a:t>.</a:t>
            </a:r>
          </a:p>
          <a:p>
            <a:r>
              <a:rPr lang="fr-FR" b="1" dirty="0"/>
              <a:t>Sécurisation :</a:t>
            </a:r>
            <a:r>
              <a:rPr lang="fr-FR" dirty="0"/>
              <a:t> Analyse des saisies du formulaire par Expressions Régulières (</a:t>
            </a:r>
            <a:r>
              <a:rPr lang="fr-FR" b="1" dirty="0"/>
              <a:t>Regex</a:t>
            </a:r>
            <a:r>
              <a:rPr lang="fr-FR" dirty="0"/>
              <a:t>).</a:t>
            </a:r>
          </a:p>
          <a:p>
            <a:pPr marL="0" indent="0">
              <a:buNone/>
            </a:pPr>
            <a:endParaRPr lang="fr-FR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69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B8DC5-6BA4-00E8-E311-490263B3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Ressources Documentaires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B9AA54-AAF2-92D1-2A1A-C39DE5FAE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Appui sur des standards reconnus</a:t>
            </a:r>
          </a:p>
          <a:p>
            <a:r>
              <a:rPr lang="fr-FR" b="1" dirty="0"/>
              <a:t>Logique &amp; Syntaxe :</a:t>
            </a:r>
            <a:r>
              <a:rPr lang="fr-FR" dirty="0"/>
              <a:t> MDN Web Docs &amp; W3Schools.</a:t>
            </a:r>
          </a:p>
          <a:p>
            <a:r>
              <a:rPr lang="fr-FR" b="1" dirty="0"/>
              <a:t>Composants :</a:t>
            </a:r>
            <a:r>
              <a:rPr lang="fr-FR" dirty="0"/>
              <a:t> Documentation officielle Bootstrap 5.</a:t>
            </a:r>
          </a:p>
          <a:p>
            <a:r>
              <a:rPr lang="fr-FR" b="1" dirty="0"/>
              <a:t>Qualité du code :</a:t>
            </a:r>
            <a:r>
              <a:rPr lang="fr-FR" dirty="0"/>
              <a:t> Validation HTML via le validateur du W3C.</a:t>
            </a:r>
          </a:p>
        </p:txBody>
      </p:sp>
    </p:spTree>
    <p:extLst>
      <p:ext uri="{BB962C8B-B14F-4D97-AF65-F5344CB8AC3E}">
        <p14:creationId xmlns:p14="http://schemas.microsoft.com/office/powerpoint/2010/main" val="140942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A99A36-8AE3-3A18-AD72-E531694E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PLACE À LA DÉMONSTRATION LIVE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D43FB2-C840-633E-FAB5-E87275F08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Analyse du site </a:t>
            </a:r>
            <a:r>
              <a:rPr lang="fr-FR" sz="2800" dirty="0" err="1">
                <a:latin typeface="Arial Black" panose="020B0A04020102020204" pitchFamily="34" charset="0"/>
              </a:rPr>
              <a:t>AfriTalent</a:t>
            </a:r>
            <a:r>
              <a:rPr lang="fr-FR" sz="2800" dirty="0">
                <a:latin typeface="Arial Black" panose="020B0A04020102020204" pitchFamily="34" charset="0"/>
              </a:rPr>
              <a:t> en temps réel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186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AAB35-D08C-4013-7D69-6E8BC7BD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Bilan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2F4829-B094-A2F8-0EFE-FCFA7DA0D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Arial Black" panose="020B0A04020102020204" pitchFamily="34" charset="0"/>
              </a:rPr>
              <a:t>Compétences acquises et vision à long terme</a:t>
            </a:r>
          </a:p>
          <a:p>
            <a:r>
              <a:rPr lang="fr-FR" b="1" dirty="0"/>
              <a:t>Acquis :</a:t>
            </a:r>
            <a:r>
              <a:rPr lang="fr-FR" dirty="0"/>
              <a:t> Autonomie en JS natif et maîtrise du responsive design.</a:t>
            </a:r>
          </a:p>
          <a:p>
            <a:r>
              <a:rPr lang="fr-FR" b="1" dirty="0"/>
              <a:t>Limites actuelle :</a:t>
            </a:r>
            <a:r>
              <a:rPr lang="fr-FR" dirty="0"/>
              <a:t> Site vitrine statique (côté client uniquement).</a:t>
            </a:r>
          </a:p>
          <a:p>
            <a:r>
              <a:rPr lang="fr-FR" b="1" dirty="0"/>
              <a:t>Futur :</a:t>
            </a:r>
            <a:r>
              <a:rPr lang="fr-FR" dirty="0"/>
              <a:t> Évolution vers le </a:t>
            </a:r>
            <a:r>
              <a:rPr lang="fr-FR" dirty="0" err="1"/>
              <a:t>Back-end</a:t>
            </a:r>
            <a:r>
              <a:rPr lang="fr-FR"/>
              <a:t> avec une base de données relationnelle.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9755109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Bleu chau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Personnalisé 1">
      <a:majorFont>
        <a:latin typeface="Algerian"/>
        <a:ea typeface=""/>
        <a:cs typeface=""/>
      </a:majorFont>
      <a:minorFont>
        <a:latin typeface="Times New Roman"/>
        <a:ea typeface=""/>
        <a:cs typeface="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593</Words>
  <Application>Microsoft Office PowerPoint</Application>
  <PresentationFormat>Grand écran</PresentationFormat>
  <Paragraphs>75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Algerian</vt:lpstr>
      <vt:lpstr>Arial</vt:lpstr>
      <vt:lpstr>Arial Black</vt:lpstr>
      <vt:lpstr>Franklin Gothic Book</vt:lpstr>
      <vt:lpstr>Times New Roman</vt:lpstr>
      <vt:lpstr>Cadrage</vt:lpstr>
      <vt:lpstr>Afritalent </vt:lpstr>
      <vt:lpstr>Plan de la presentation</vt:lpstr>
      <vt:lpstr>Pourquoi AfriTalent ?  </vt:lpstr>
      <vt:lpstr>Identité Visuelle &amp; CouleurS</vt:lpstr>
      <vt:lpstr>Design &amp; Ergonomie</vt:lpstr>
      <vt:lpstr>Structure des 5 Pages Obligatoires</vt:lpstr>
      <vt:lpstr>Arborescence du Projet</vt:lpstr>
      <vt:lpstr>Intégration de l'Interface</vt:lpstr>
      <vt:lpstr>Développement des Fonctionnalités</vt:lpstr>
      <vt:lpstr>Workflow &amp; Versioning</vt:lpstr>
      <vt:lpstr>Difficultés Techniques &amp; Résolutions</vt:lpstr>
      <vt:lpstr>Ressources Documentaires</vt:lpstr>
      <vt:lpstr>PLACE À LA DÉMONSTRATION LIVE</vt:lpstr>
      <vt:lpstr>Bilan du Projet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Serigne Madiaw FAYE</dc:creator>
  <cp:lastModifiedBy>Serigne Madiaw FAYE</cp:lastModifiedBy>
  <cp:revision>2</cp:revision>
  <dcterms:created xsi:type="dcterms:W3CDTF">2026-06-20T18:46:40Z</dcterms:created>
  <dcterms:modified xsi:type="dcterms:W3CDTF">2026-06-20T21:18:41Z</dcterms:modified>
</cp:coreProperties>
</file>